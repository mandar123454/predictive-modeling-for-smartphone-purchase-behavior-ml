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1236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288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214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483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722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26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681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06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472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649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15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555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2105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849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589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972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6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8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2148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63600" y="1600200"/>
            <a:ext cx="8013700" cy="2289175"/>
          </a:xfrm>
        </p:spPr>
        <p:txBody>
          <a:bodyPr>
            <a:noAutofit/>
          </a:bodyPr>
          <a:lstStyle/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MODELING FOR SMARTPHONE PURCHASE BEHAVIOR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041400" y="4953000"/>
            <a:ext cx="6400800" cy="10668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</a:t>
            </a:r>
          </a:p>
          <a:p>
            <a:pPr algn="l"/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 MANDAR SANJAY KAJBAJE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436" y="1848773"/>
            <a:ext cx="7197964" cy="4361527"/>
          </a:xfrm>
        </p:spPr>
        <p:txBody>
          <a:bodyPr/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Smartphone companies struggle to identify which customers are likely to make purchases, leading to inefficient marketing spending and missed opportunities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AI-powered prediction system using machine learning to analyze customer demographics, behavior patterns, and preferences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data-driven marketing decisions, improve customer targeting accuracy, and provide real-time insights through an interactive web dashboard</a:t>
            </a: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machine learning model to predict whether a customer will purchase a smartphone based on demographics and behavior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user-friendly web dashboard for real-time predictions and data visualization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actionable insights for marketing teams to target high-probability customers</a:t>
            </a: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Data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550636"/>
            <a:ext cx="7135200" cy="357076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10,000+ records with 18 features including age, income, brand preference, and usage patterns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values, outlier detection, and standardize column formats for consistent processing</a:t>
            </a:r>
          </a:p>
          <a:p>
            <a:pPr algn="just"/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derived features, one-hot encode categorical variables (brands), and apply StandardScaler normalization</a:t>
            </a: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Model &amp;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179925"/>
            <a:ext cx="6711654" cy="4195481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Choice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 for high accuracy and feature importance interpretation</a:t>
            </a:r>
          </a:p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Pipeline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→ Feature scaling → Model training → Validation with 10-fold cross-validation</a:t>
            </a:r>
          </a:p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Architecture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REST API backend with HTML/CSS/JS frontend using Chart.js for interactive visualizations</a:t>
            </a: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070" y="530443"/>
            <a:ext cx="6902245" cy="1377015"/>
          </a:xfrm>
        </p:spPr>
        <p:txBody>
          <a:bodyPr/>
          <a:lstStyle/>
          <a:p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Comparison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Across Models</a:t>
            </a:r>
            <a:endParaRPr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548225"/>
            <a:ext cx="6711654" cy="3242975"/>
          </a:xfrm>
        </p:spPr>
        <p:txBody>
          <a:bodyPr/>
          <a:lstStyle/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87.3% accuracy (chosen model) - Best balance of accuracy and interpretability</a:t>
            </a:r>
          </a:p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82.1% accuracy - Good baseline but lower performance on complex patterns</a:t>
            </a:r>
          </a:p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86.8% accuracy - Strong performance but less interpretable than Random Forest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141164"/>
            <a:ext cx="7055380" cy="140053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98" y="1409700"/>
            <a:ext cx="8220444" cy="483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87.3% prediction accuracy with excellent precision (85.1%) and recall (89.7%)</a:t>
            </a:r>
          </a:p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Application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deployed interactive dashboard with real-time predictions and brand comparison</a:t>
            </a:r>
          </a:p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Value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key factors (age, income, brand loyalty) that drive smartphone purchases for targeted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ML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deep learning models and ensemble methods to potentially increase accuracy beyond 90%</a:t>
            </a:r>
          </a:p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live market data feeds and social media sentiment analysis for dynamic predictions</a:t>
            </a:r>
          </a:p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native mobile application with offline prediction capabilities and enhanced user experience</a:t>
            </a: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6C2F13-D096-945A-4B71-41CA761A90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9392" y="2463800"/>
            <a:ext cx="5725216" cy="1639391"/>
          </a:xfrm>
        </p:spPr>
        <p:txBody>
          <a:bodyPr/>
          <a:lstStyle/>
          <a:p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295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137</TotalTime>
  <Words>343</Words>
  <Application>Microsoft Office PowerPoint</Application>
  <PresentationFormat>On-screen Show (4:3)</PresentationFormat>
  <Paragraphs>33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Ion</vt:lpstr>
      <vt:lpstr>PREDICTIVE MODELING FOR SMARTPHONE PURCHASE BEHAVIOR</vt:lpstr>
      <vt:lpstr>Introduction</vt:lpstr>
      <vt:lpstr>Objectives</vt:lpstr>
      <vt:lpstr>Methodology: Data &amp; Preprocessing</vt:lpstr>
      <vt:lpstr>Methodology: Model &amp; Dashboard</vt:lpstr>
      <vt:lpstr>Accuracy Comparison                        Across Models</vt:lpstr>
      <vt:lpstr>Results</vt:lpstr>
      <vt:lpstr>Conclusion</vt:lpstr>
      <vt:lpstr>Future Enhancements</vt:lpstr>
      <vt:lpstr>THANK YOU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 Gaikwad</dc:creator>
  <dc:description>generated using python-pptx</dc:description>
  <cp:lastModifiedBy>admin</cp:lastModifiedBy>
  <cp:revision>7</cp:revision>
  <dcterms:created xsi:type="dcterms:W3CDTF">2013-01-27T09:14:16Z</dcterms:created>
  <dcterms:modified xsi:type="dcterms:W3CDTF">2025-09-29T14:40:16Z</dcterms:modified>
</cp:coreProperties>
</file>